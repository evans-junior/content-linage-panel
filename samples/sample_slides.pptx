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Remote Work Study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1,200 employees across 14 companies</a:t>
            </a:r>
          </a:p>
          <a:p>
            <a:r>
              <a:t>Remote work grew after 2020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Remote staff were more productive</a:t>
            </a:r>
          </a:p>
          <a:p>
            <a:r>
              <a:t>Retention improved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